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4" d="100"/>
          <a:sy n="154" d="100"/>
        </p:scale>
        <p:origin x="35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9220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⚠  SECURITY AWARENESS TRAINING  ⚠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74320" y="1039142"/>
            <a:ext cx="8595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Think Before You </a:t>
            </a:r>
            <a:r>
              <a:rPr lang="en-US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Click</a:t>
            </a:r>
            <a:endParaRPr lang="en-US" sz="4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453154" y="1982611"/>
            <a:ext cx="623769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7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Phishing Awareness </a:t>
            </a:r>
            <a:r>
              <a:rPr lang="en-US" sz="27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</a:t>
            </a:r>
            <a:endParaRPr lang="en-US" sz="27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274320" y="2576971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06B6D4"/>
                </a:solidFill>
              </a:rPr>
              <a:t>Don't Take the Bait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14400" y="3429000"/>
            <a:ext cx="1645920" cy="411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4290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🧠 LEARN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34640" y="3429000"/>
            <a:ext cx="1645920" cy="41148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34640" y="34290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👁 SEE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3429000"/>
            <a:ext cx="1645920" cy="4114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34290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🎮 TEST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675120" y="3429000"/>
            <a:ext cx="1645920" cy="4114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34290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✅ APPLY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114800"/>
            <a:ext cx="9144000" cy="1024128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1605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F4444"/>
                </a:solidFill>
              </a:rPr>
              <a:t>3.4B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5760" y="4617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</a:rPr>
              <a:t>Phishing emails/day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560320" y="41605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F4444"/>
                </a:solidFill>
              </a:rPr>
              <a:t>83%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560320" y="4617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</a:rPr>
              <a:t>Orgs faced phishing in 2023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54880" y="41605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F4444"/>
                </a:solidFill>
              </a:rPr>
              <a:t>$17.7M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754880" y="4617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</a:rPr>
              <a:t>Avg cost per breach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949440" y="41605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F4444"/>
                </a:solidFill>
              </a:rPr>
              <a:t>90%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949440" y="4617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</a:rPr>
              <a:t>Breaches start with phishing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🚨 THE HOOK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 Just Received This Email…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3108960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34440"/>
            <a:ext cx="8229600" cy="457200"/>
          </a:xfrm>
          <a:prstGeom prst="rect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34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BD5E1"/>
                </a:solidFill>
              </a:rPr>
              <a:t>📧  Gmail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0" y="12344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AB308"/>
                </a:solidFill>
              </a:rPr>
              <a:t>⚠ SPAM SUSPECTED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783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FROM: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600200" y="178308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</a:rPr>
              <a:t>support@paypa1-secure-login.xyz  ← Suspicious!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13055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TO: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00200" y="2130552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you@company.com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2478024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SUBJECT: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600200" y="2478024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7316"/>
                </a:solidFill>
              </a:rPr>
              <a:t>URGENT: Your PayPal account has been SUSPENDED!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2834640"/>
            <a:ext cx="7863840" cy="0"/>
          </a:xfrm>
          <a:prstGeom prst="line">
            <a:avLst/>
          </a:prstGeom>
          <a:noFill/>
          <a:ln w="12700">
            <a:solidFill>
              <a:srgbClr val="3333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88036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Dear Valued Customer,
We have detected UNUSUAL activity on your account. Your account will be permanently SUSPENDED
</a:t>
            </a:r>
            <a:r>
              <a:rPr lang="en-US" sz="1000" b="1" dirty="0">
                <a:solidFill>
                  <a:srgbClr val="EF4444"/>
                </a:solidFill>
              </a:rPr>
              <a:t>within 24 HOURS</a:t>
            </a:r>
            <a:r>
              <a:rPr lang="en-US" sz="1000" dirty="0">
                <a:solidFill>
                  <a:srgbClr val="CBD5E1"/>
                </a:solidFill>
              </a:rPr>
              <a:t> unless you verify your identity immediately.
</a:t>
            </a:r>
            <a:r>
              <a:rPr lang="en-US" sz="1000" u="sng" dirty="0">
                <a:solidFill>
                  <a:srgbClr val="3B82F6"/>
                </a:solidFill>
              </a:rPr>
              <a:t>Click here to VERIFY NOW → http://paypa1-secure.xyz/login?id=8847fk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286000" y="440740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 smtClean="0">
                <a:solidFill>
                  <a:srgbClr val="EAB3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</a:t>
            </a:r>
            <a:r>
              <a:rPr lang="en-US" sz="2400" b="1" dirty="0">
                <a:solidFill>
                  <a:srgbClr val="EAB3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 or FAKE?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🚨 REVEAL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It's FAKE! Here's How to Spot It: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4114800" cy="128016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25880"/>
            <a:ext cx="73152" cy="12801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630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🔴  Fake Domain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82880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paypa1-secure-login.xyz — "1" instead of "l" in PayPal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1325880"/>
            <a:ext cx="4114800" cy="128016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25880"/>
            <a:ext cx="73152" cy="12801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4630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🟠  Fear Tactics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182880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"SUSPENDED in 24 HOURS" — creates panic to bypass thinking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788920"/>
            <a:ext cx="4114800" cy="128016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788920"/>
            <a:ext cx="73152" cy="12801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9260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🟡  ALL CAPS Urgency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329184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URGENT, SUSPENDED, VERIFY NOW — manipulation language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2788920"/>
            <a:ext cx="4114800" cy="128016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788920"/>
            <a:ext cx="73152" cy="12801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9260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🔴  Suspicious Link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92040" y="329184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URL doesn't match paypal.com — hover before you click!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" y="4434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06B6D4"/>
                </a:solidFill>
              </a:rPr>
              <a:t>Stop – Think – Verify – Then Act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🎯 LEARN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Phishing?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141732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6B6D4"/>
                </a:solidFill>
              </a:rPr>
              <a:t>"Phishing is a cyber attack where criminals disguise themselves as trusted sources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06B6D4"/>
                </a:solidFill>
              </a:rPr>
              <a:t>to steal sensitive data like passwords, credit cards, and money."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2331720"/>
            <a:ext cx="1920240" cy="25146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05840" y="2423160"/>
            <a:ext cx="548640" cy="5486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📧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11480" y="30632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</a:rPr>
              <a:t>Email Phishing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9768" y="3456432"/>
            <a:ext cx="170078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</a:rPr>
              <a:t>Mass fake emails impersonating banks, Netflix, PayPal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68880" y="2331720"/>
            <a:ext cx="1920240" cy="25146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2423160"/>
            <a:ext cx="548640" cy="5486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5468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560320" y="30632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7316"/>
                </a:solidFill>
              </a:rPr>
              <a:t>Spear Phishing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78608" y="3456432"/>
            <a:ext cx="170078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</a:rPr>
              <a:t>Targeted attacks using YOUR name, job, contacts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17720" y="2331720"/>
            <a:ext cx="1920240" cy="25146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303520" y="2423160"/>
            <a:ext cx="548640" cy="54864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709160" y="30632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855F7"/>
                </a:solidFill>
              </a:rPr>
              <a:t>Smishing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27448" y="3456432"/>
            <a:ext cx="170078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</a:rPr>
              <a:t>SMS scams — fake OTPs, delivery alerts, prize wins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766560" y="2331720"/>
            <a:ext cx="1920240" cy="25146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52360" y="2423160"/>
            <a:ext cx="548640" cy="5486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5236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📞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858000" y="30632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82F6"/>
                </a:solidFill>
              </a:rPr>
              <a:t>Vishing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76288" y="3456432"/>
            <a:ext cx="170078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</a:rPr>
              <a:t>Voice calls — fake bank officers, IT support, HR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🔍 SEE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Red Flags in Phishing Emails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2697480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25880"/>
            <a:ext cx="269748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4630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</a:rPr>
              <a:t>📮  Fake Sender Email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9768" y="18288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support@paytm-secure.xyz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(Not paytm.com!)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46120" y="1325880"/>
            <a:ext cx="2697480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325880"/>
            <a:ext cx="269748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55848" y="14630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</a:rPr>
              <a:t>⏰  Urgency &amp; Fear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55848" y="18288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"Act NOW or account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will be BLOCKED!"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72200" y="1325880"/>
            <a:ext cx="2697480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72200" y="1325880"/>
            <a:ext cx="2697480" cy="54864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81928" y="14630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B308"/>
                </a:solidFill>
              </a:rPr>
              <a:t>✏️  Grammar Errors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81928" y="18288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"Dear Costumer,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Your acount has suspect..."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880360"/>
            <a:ext cx="2697480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880360"/>
            <a:ext cx="269748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" y="30175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</a:rPr>
              <a:t>🔗  Suspicious Links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29768" y="33832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Hover reveals: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http://amaz0n-login.xyz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46120" y="2880360"/>
            <a:ext cx="2697480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2880360"/>
            <a:ext cx="269748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55848" y="30175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</a:rPr>
              <a:t>📎  Unexpected Files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55848" y="33832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Invoice.pdf.exe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Resume.doc (macros)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72200" y="2880360"/>
            <a:ext cx="2697480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72200" y="2880360"/>
            <a:ext cx="269748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81928" y="30175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55F7"/>
                </a:solidFill>
              </a:rPr>
              <a:t>👤  Generic Greetings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81928" y="33832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"Dear Customer"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(not your real name)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🌐 SEE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Spot the Fake Website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4023360" cy="3474720"/>
          </a:xfrm>
          <a:prstGeom prst="rect">
            <a:avLst/>
          </a:prstGeom>
          <a:solidFill>
            <a:srgbClr val="0D2818"/>
          </a:solidFill>
          <a:ln w="12700">
            <a:solidFill>
              <a:srgbClr val="0D2818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25880"/>
            <a:ext cx="402336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173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C55E"/>
                </a:solidFill>
              </a:rPr>
              <a:t>✅  LEGITIMATE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11480" y="1874520"/>
            <a:ext cx="3749040" cy="457200"/>
          </a:xfrm>
          <a:prstGeom prst="rect">
            <a:avLst/>
          </a:prstGeom>
          <a:solidFill>
            <a:srgbClr val="0A3020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901952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C55E"/>
                </a:solidFill>
              </a:rPr>
              <a:t>🔒  https://www.amazon.com/login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468880"/>
            <a:ext cx="3749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</a:rPr>
              <a:t>✓  Padlock icon present (HTTPS)
✓  Domain: amazon.com (exact match)
✓  No extra words/hyphens in URL
✓  Known, familiar domain name
✓  No typos or character swaps
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60520" y="260604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AB3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VS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4846320" y="1325880"/>
            <a:ext cx="4023360" cy="3474720"/>
          </a:xfrm>
          <a:prstGeom prst="rect">
            <a:avLst/>
          </a:prstGeom>
          <a:solidFill>
            <a:srgbClr val="2B0A0A"/>
          </a:solidFill>
          <a:ln w="12700">
            <a:solidFill>
              <a:srgbClr val="2B0A0A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325880"/>
            <a:ext cx="402336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4173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</a:rPr>
              <a:t>❌  PHISHING SITE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983480" y="1874520"/>
            <a:ext cx="3749040" cy="457200"/>
          </a:xfrm>
          <a:prstGeom prst="rect">
            <a:avLst/>
          </a:prstGeom>
          <a:solidFill>
            <a:srgbClr val="3B0A0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4920" y="1901952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</a:rPr>
              <a:t>🔒  https://amaz0n-login.xyz/signin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83480" y="2468880"/>
            <a:ext cx="3749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</a:rPr>
              <a:t>✗  Has padlock but still FAKE!
✗  'amaz0n' — zero instead of 'o'
✗  .xyz domain — not amazon.com
✗  Extra words: 'login' in domain
✗  Came from suspicious email link
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48280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AB308"/>
                </a:solidFill>
              </a:rPr>
              <a:t>💡  HTTPS padlock ≠ Safe. Always check the FULL domain name!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🎭 LEARN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Attackers Manipulate You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1280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6B6D4"/>
                </a:solidFill>
              </a:rPr>
              <a:t>Phishing is Psychology, Not Technology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783080"/>
            <a:ext cx="4114800" cy="13716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148840"/>
            <a:ext cx="594360" cy="59436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48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😱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88720" y="1874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</a:rPr>
              <a:t>FEAR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22402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"Your bank account is hacked!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Call immediately!"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188720" y="2807208"/>
            <a:ext cx="54864" cy="2286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07592" y="27889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EF4444"/>
                </a:solidFill>
              </a:rPr>
              <a:t>Real: SBI/HDFC fake alerts (India 2023)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709160" y="1783080"/>
            <a:ext cx="4114800" cy="13716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214884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2148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⏰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577840" y="1874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7316"/>
                </a:solidFill>
              </a:rPr>
              <a:t>URGENCY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577840" y="22402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"Offer expires in 1 HOUR!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Verify now or lose access!"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577840" y="2807208"/>
            <a:ext cx="54864" cy="2286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96712" y="27889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97316"/>
                </a:solidFill>
              </a:rPr>
              <a:t>Real: Amazon fake order cancellations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" y="3291840"/>
            <a:ext cx="4114800" cy="13716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657600"/>
            <a:ext cx="594360" cy="5943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657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👔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188720" y="33832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</a:rPr>
              <a:t>AUTHORITY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88720" y="37490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"I am calling from IT Dept.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Share your OTP to fix issue."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188720" y="4315968"/>
            <a:ext cx="54864" cy="2286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07592" y="42976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3B82F6"/>
                </a:solidFill>
              </a:rPr>
              <a:t>Real: IT support scams in corporates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709160" y="3291840"/>
            <a:ext cx="4114800" cy="13716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46320" y="3657600"/>
            <a:ext cx="594360" cy="594360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3657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🤑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5577840" y="33832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B308"/>
                </a:solidFill>
              </a:rPr>
              <a:t>GREED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577840" y="37490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"You won ₹50,000 lottery!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Click to claim your prize!"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577840" y="4315968"/>
            <a:ext cx="54864" cy="22860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96712" y="42976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EAB308"/>
                </a:solidFill>
              </a:rPr>
              <a:t>Real: KBC/PM fund fake SMS scams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🌍 REAL CASES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It Happened to Real People &amp; Companies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8595360" cy="10515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25880"/>
            <a:ext cx="73152" cy="10515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9903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</a:rPr>
              <a:t>Google &amp; Facebook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76479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2013–2015  |  Lost: $100M+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417320"/>
            <a:ext cx="0" cy="868680"/>
          </a:xfrm>
          <a:prstGeom prst="line">
            <a:avLst/>
          </a:prstGeom>
          <a:noFill/>
          <a:ln w="12700">
            <a:solidFill>
              <a:srgbClr val="3333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399032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Attacker posed as Quanta Computer vendor. Sent fake invoices. Both companies wired $100M before detecting fraud.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949440" y="1417320"/>
            <a:ext cx="0" cy="868680"/>
          </a:xfrm>
          <a:prstGeom prst="line">
            <a:avLst/>
          </a:prstGeom>
          <a:noFill/>
          <a:ln w="12700">
            <a:solidFill>
              <a:srgbClr val="3333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1399032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22C55E"/>
                </a:solidFill>
              </a:rPr>
              <a:t>💡 Always verify payment requests via phone call, not email.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4320" y="2514600"/>
            <a:ext cx="8595360" cy="10515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514600"/>
            <a:ext cx="73152" cy="10515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58775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</a:rPr>
              <a:t>Indian Banks (SBI/HDFC)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295351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2022–2024  |  Lost: ₹500Cr+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0" y="2606040"/>
            <a:ext cx="0" cy="868680"/>
          </a:xfrm>
          <a:prstGeom prst="line">
            <a:avLst/>
          </a:prstGeom>
          <a:noFill/>
          <a:ln w="12700">
            <a:solidFill>
              <a:srgbClr val="3333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2587752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Fake SMS alerts saying 'Your account blocked'. Victims called fake helpline and shared OTP/debit card details.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949440" y="2606040"/>
            <a:ext cx="0" cy="868680"/>
          </a:xfrm>
          <a:prstGeom prst="line">
            <a:avLst/>
          </a:prstGeom>
          <a:noFill/>
          <a:ln w="12700">
            <a:solidFill>
              <a:srgbClr val="3333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2587752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22C55E"/>
                </a:solidFill>
              </a:rPr>
              <a:t>💡 Banks NEVER ask for OTP or PIN over phone/SMS.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74320" y="3703320"/>
            <a:ext cx="8595360" cy="10515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703320"/>
            <a:ext cx="73152" cy="10515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77647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</a:rPr>
              <a:t>Twitter/X (Celebrity Hack)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414223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2020  |  Lost: $120K Bitcoin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0" y="3794760"/>
            <a:ext cx="0" cy="868680"/>
          </a:xfrm>
          <a:prstGeom prst="line">
            <a:avLst/>
          </a:prstGeom>
          <a:noFill/>
          <a:ln w="12700">
            <a:solidFill>
              <a:srgbClr val="3333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3776472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Hackers called Twitter employees, posed as IT staff. Got credentials via vishing. Took over Obama, Musk, Apple accounts.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949440" y="3794760"/>
            <a:ext cx="0" cy="868680"/>
          </a:xfrm>
          <a:prstGeom prst="line">
            <a:avLst/>
          </a:prstGeom>
          <a:noFill/>
          <a:ln w="12700">
            <a:solidFill>
              <a:srgbClr val="3333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40880" y="3776472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22C55E"/>
                </a:solidFill>
              </a:rPr>
              <a:t>💡 IT staff will NEVER call asking for your password.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914400" y="4800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EAB308"/>
                </a:solidFill>
              </a:rPr>
              <a:t>Remember: If it happened to Google, it can happen to ANYONE.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🛡 APPLY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Anti-Phishing Shield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371600" y="1325880"/>
            <a:ext cx="6400800" cy="548640"/>
          </a:xfrm>
          <a:prstGeom prst="rect">
            <a:avLst/>
          </a:prstGeom>
          <a:solidFill>
            <a:srgbClr val="0D2B0D"/>
          </a:solidFill>
          <a:ln w="12700">
            <a:solidFill>
              <a:srgbClr val="0D2B0D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0" y="13258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</a:rPr>
              <a:t>🛑  STOP   →   🤔 THINK   →   ✅ VERIFY   →   ⚡ ACT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2011680"/>
            <a:ext cx="269748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9768" y="210312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</a:rPr>
              <a:t>🔗  Hover Before You Click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9768" y="2468880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Check link destination before clicking. If URL looks weird — DON'T click.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46120" y="2011680"/>
            <a:ext cx="269748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55848" y="210312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</a:rPr>
              <a:t>📞  Verify via Phone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55848" y="2468880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Got a suspicious email from boss/bank? Call them directly to confirm.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72200" y="2011680"/>
            <a:ext cx="269748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81928" y="210312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</a:rPr>
              <a:t>🔐  Enable 2FA Everywhere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81928" y="2468880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Two-Factor Auth stops 99.9% of account takeover attacks.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3337560"/>
            <a:ext cx="269748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29768" y="34290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</a:rPr>
              <a:t>🤫  Never Share OTP/Password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29768" y="3794760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NO legitimate org ever asks for OTP or password via phone/email.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46120" y="3337560"/>
            <a:ext cx="269748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355848" y="34290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</a:rPr>
              <a:t>🔄  Keep Software Updated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55848" y="3794760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Updates patch vulnerabilities that phishing malware exploits.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172200" y="3337560"/>
            <a:ext cx="269748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281928" y="34290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</a:rPr>
              <a:t>🚨  Report Suspicious Emails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81928" y="3794760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Use 'Report Phishing' in Gmail/Outlook. Protects everyone.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🎮 QUIZ TIME!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</a:rPr>
              <a:t>QUIZ  •  Question 1 of 3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12801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515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Which email address is LEGITIMATE?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</a:rPr>
              <a:t>(Tap your answer in the session / raise your hand!)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3931920" cy="8686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" y="2606040"/>
            <a:ext cx="502920" cy="50292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260604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support@paypa1-secure.xyz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2423160"/>
            <a:ext cx="3931920" cy="868680"/>
          </a:xfrm>
          <a:prstGeom prst="rect">
            <a:avLst/>
          </a:prstGeom>
          <a:solidFill>
            <a:srgbClr val="0D3320"/>
          </a:solidFill>
          <a:ln w="12700">
            <a:solidFill>
              <a:srgbClr val="0D3320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92040" y="2606040"/>
            <a:ext cx="502920" cy="50292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B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532120" y="260604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C55E"/>
                </a:solidFill>
              </a:rPr>
              <a:t>noreply@paypal.com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498080" y="3017520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C55E"/>
                </a:solidFill>
              </a:rPr>
              <a:t>✓ CORRECT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3931920" cy="8686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4360" y="3657600"/>
            <a:ext cx="502920" cy="50292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34440" y="365760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paypal-support@gmail.com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3474720"/>
            <a:ext cx="3931920" cy="8686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92040" y="3657600"/>
            <a:ext cx="502920" cy="50292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532120" y="365760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service@paypal-login-verify.net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6B6D4"/>
                </a:solidFill>
              </a:rPr>
              <a:t>Answer: B — Only noreply@paypal.com uses the real paypal.com domain.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🎮 QUIZ TIME!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</a:rPr>
              <a:t>QUIZ  •  Question 2 of 3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05840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You receive an SMS: "Your SBI account is blocked. Call 9876543210 to reactivate."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What do you do?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3931920" cy="10972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2331720"/>
            <a:ext cx="502920" cy="5029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2304288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Call the number immediately — account might actually be blocked!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34440" y="290779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F4444"/>
                </a:solidFill>
              </a:rPr>
              <a:t>❌ Never call numbers from SMS!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2194560"/>
            <a:ext cx="3931920" cy="1097280"/>
          </a:xfrm>
          <a:prstGeom prst="rect">
            <a:avLst/>
          </a:prstGeom>
          <a:solidFill>
            <a:srgbClr val="0D3320"/>
          </a:solidFill>
          <a:ln w="12700">
            <a:solidFill>
              <a:srgbClr val="0D3320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92040" y="2331720"/>
            <a:ext cx="502920" cy="50292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B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532120" y="2304288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Visit official SBI website or call number on your bank card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532120" y="290779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2C55E"/>
                </a:solidFill>
              </a:rPr>
              <a:t>✅ Always use official contact info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3429000"/>
            <a:ext cx="3931920" cy="10972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4360" y="3566160"/>
            <a:ext cx="502920" cy="5029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34440" y="3538728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Reply to the SMS asking for more details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234440" y="414223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F4444"/>
                </a:solidFill>
              </a:rPr>
              <a:t>❌ Never reply to suspicious SMS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3429000"/>
            <a:ext cx="3931920" cy="10972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92040" y="3566160"/>
            <a:ext cx="502920" cy="5029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532120" y="3538728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Click the link in the SMS to check your account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32120" y="414223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F4444"/>
                </a:solidFill>
              </a:rPr>
              <a:t>❌ Never click SMS links from unknown!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🧪 SIMULATION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</a:rPr>
              <a:t>QUIZ  •  Question 3 of 3 — Spot ALL the Red Flags!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5029200" cy="3840480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5029200" cy="411480"/>
          </a:xfrm>
          <a:prstGeom prst="rect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78408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444"/>
                </a:solidFill>
              </a:rPr>
              <a:t>FROM: hr-noreply@infosys-jobs.career.xyz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444752"/>
            <a:ext cx="47091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BD5E1"/>
                </a:solidFill>
              </a:rPr>
              <a:t>Subject: </a:t>
            </a:r>
            <a:r>
              <a:rPr lang="en-US" sz="950" dirty="0">
                <a:solidFill>
                  <a:srgbClr val="F97316"/>
                </a:solidFill>
              </a:rPr>
              <a:t>URGENT: Job Offer — Reply in 24hrs or offer EXPIRES!
</a:t>
            </a:r>
            <a:r>
              <a:rPr lang="en-US" sz="950" dirty="0">
                <a:solidFill>
                  <a:srgbClr val="CBD5E1"/>
                </a:solidFill>
              </a:rPr>
              <a:t>Dear Applicant,
Congratulations! You are selected for Senior Software Enginer position. Salary: ₹45LPA.
</a:t>
            </a:r>
            <a:r>
              <a:rPr lang="en-US" sz="950" dirty="0">
                <a:solidFill>
                  <a:srgbClr val="EF4444"/>
                </a:solidFill>
              </a:rPr>
              <a:t>To confirm, transfer ₹2500 registration fee to: SBI A/C 98765432 and share transaction ID + Aadhar copy to confirm@infosys-jobs.career.xyz
</a:t>
            </a:r>
            <a:r>
              <a:rPr lang="en-US" sz="950" dirty="0">
                <a:solidFill>
                  <a:srgbClr val="F97316"/>
                </a:solidFill>
              </a:rPr>
              <a:t>Hurry! Offer closes by TODAY midnight.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577840" y="960120"/>
            <a:ext cx="3383280" cy="3840480"/>
          </a:xfrm>
          <a:prstGeom prst="rect">
            <a:avLst/>
          </a:prstGeom>
          <a:solidFill>
            <a:srgbClr val="1A0A0A"/>
          </a:solidFill>
          <a:ln w="12700">
            <a:solidFill>
              <a:srgbClr val="1A0A0A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669280" y="1051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</a:rPr>
              <a:t>🚩  RED FLAGS FOUND: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69280" y="1508760"/>
            <a:ext cx="32004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7316"/>
                </a:solidFill>
              </a:rPr>
              <a:t>1. Fake domain: infosys-jobs.career.xyz
2. Typo: 'Enginer' not 'Engineer'
</a:t>
            </a:r>
            <a:r>
              <a:rPr lang="en-US" sz="1000" dirty="0">
                <a:solidFill>
                  <a:srgbClr val="EF4444"/>
                </a:solidFill>
              </a:rPr>
              <a:t>3. Asking for MONEY upfront
4. Share Aadhar (ID fraud!)
</a:t>
            </a:r>
            <a:r>
              <a:rPr lang="en-US" sz="1000" dirty="0">
                <a:solidFill>
                  <a:srgbClr val="F97316"/>
                </a:solidFill>
              </a:rPr>
              <a:t>5. Extreme urgency: 'TODAY midnight'
6. No real Infosys email used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E1A"/>
                </a:solidFill>
              </a:rPr>
              <a:t>✅  YOU ARE NOW PHISHING-AWARE!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Anti-Phishing Checklist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16052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" y="1527048"/>
            <a:ext cx="411480" cy="4114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527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1A"/>
                </a:solidFill>
              </a:rPr>
              <a:t>✔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24128" y="152704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Check sender email domain carefully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417320"/>
            <a:ext cx="416052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10328" y="1527048"/>
            <a:ext cx="411480" cy="4114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0328" y="1527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1A"/>
                </a:solidFill>
              </a:rPr>
              <a:t>✔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58968" y="152704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Hover over links before clicking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167128"/>
            <a:ext cx="416052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" y="2276856"/>
            <a:ext cx="411480" cy="4114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2768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1A"/>
                </a:solidFill>
              </a:rPr>
              <a:t>✔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24128" y="2276856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Never panic — take 30 seconds to think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2167128"/>
            <a:ext cx="416052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910328" y="2276856"/>
            <a:ext cx="411480" cy="4114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0328" y="22768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1A"/>
                </a:solidFill>
              </a:rPr>
              <a:t>✔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58968" y="2276856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Never share OTP, PIN, or password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2916936"/>
            <a:ext cx="416052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" y="3026664"/>
            <a:ext cx="411480" cy="4114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30266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1A"/>
                </a:solidFill>
              </a:rPr>
              <a:t>✔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24128" y="3026664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Verify suspicious requests via phone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00600" y="2916936"/>
            <a:ext cx="416052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910328" y="3026664"/>
            <a:ext cx="411480" cy="4114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0328" y="30266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1A"/>
                </a:solidFill>
              </a:rPr>
              <a:t>✔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58968" y="3026664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Enable 2FA on all accounts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3666744"/>
            <a:ext cx="416052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" y="3776472"/>
            <a:ext cx="411480" cy="4114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" y="37764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1A"/>
                </a:solidFill>
              </a:rPr>
              <a:t>✔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24128" y="377647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Report suspicious emails to IT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00600" y="3666744"/>
            <a:ext cx="416052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910328" y="3776472"/>
            <a:ext cx="411480" cy="4114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10328" y="37764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1A"/>
                </a:solidFill>
              </a:rPr>
              <a:t>✔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458968" y="377647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No legit company asks for upfront money/Aadhar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4480560"/>
            <a:ext cx="8229600" cy="502920"/>
          </a:xfrm>
          <a:prstGeom prst="rect">
            <a:avLst/>
          </a:prstGeom>
          <a:solidFill>
            <a:srgbClr val="0D2818"/>
          </a:solidFill>
          <a:ln w="12700">
            <a:solidFill>
              <a:srgbClr val="0D2818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57200" y="44805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C55E"/>
                </a:solidFill>
              </a:rPr>
              <a:t>🛡  GOLDEN RULE:  Stop – Think – Verify – Then Act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5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810"/>
          </a:solidFill>
          <a:ln w="12700">
            <a:solidFill>
              <a:srgbClr val="05081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0" y="36576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</a:rPr>
              <a:t>🔐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Stay Safe Online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65760" y="21488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06B6D4"/>
                </a:solidFill>
              </a:rPr>
              <a:t>Think Before You Click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828800" y="2788920"/>
            <a:ext cx="54864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9260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</a:rPr>
              <a:t>Questions? Contact your IT Security Team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3474720"/>
            <a:ext cx="1828800" cy="4114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474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E1A"/>
                </a:solidFill>
              </a:rPr>
              <a:t>🧠 LEARNED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0" y="3474720"/>
            <a:ext cx="1828800" cy="4114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3474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E1A"/>
                </a:solidFill>
              </a:rPr>
              <a:t>👁 SAW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3474720"/>
            <a:ext cx="1828800" cy="4114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3474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E1A"/>
                </a:solidFill>
              </a:rPr>
              <a:t>🎮 TESTED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66560" y="3474720"/>
            <a:ext cx="1828800" cy="4114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3474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E1A"/>
                </a:solidFill>
              </a:rPr>
              <a:t>✅ APPLIED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</a:rPr>
              <a:t>© CyberSecurity Awareness Program — Confidential &amp; For Internal Use Only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1047</Words>
  <Application>Microsoft Office PowerPoint</Application>
  <PresentationFormat>On-screen Show (16:9)</PresentationFormat>
  <Paragraphs>216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Arial Black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Awareness Training</dc:title>
  <dc:subject>PptxGenJS Presentation</dc:subject>
  <dc:creator>CyberSecurity Team</dc:creator>
  <cp:lastModifiedBy>admin</cp:lastModifiedBy>
  <cp:revision>2</cp:revision>
  <dcterms:created xsi:type="dcterms:W3CDTF">2026-04-26T08:50:50Z</dcterms:created>
  <dcterms:modified xsi:type="dcterms:W3CDTF">2026-04-26T09:11:19Z</dcterms:modified>
</cp:coreProperties>
</file>